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We are here today to discuss one of the most critical challenges facing modern organizations: intentionally building and sustaining a robust culture when proximity is no longer a factor. This shift requires discipline, redefined processes, and strong leadership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Remote culture is built intentionally, not inherited. We must transition trust from 'visible presence' to 'deliverable output.' Establishing standards, like the 48-hour response window for non-urgent requests, minimizes constant interruptions and allows for focused work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Let’s face it, we’ve all been in that meeting marathon—'Zoom fatigue' is real, diminishing productivity by 15-20%. We must actively combat this. Implementing the 50-minute hour rule gives brains mandatory rest. More importantly, we must challenge every standing meeting: if it can be documented or written, save everyone the headache of another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summary, a strong remote culture demands defined actions and accountability from every level. Our immediate action is the efficiency audit to liberate focused time. Executives, your modeling of healthy boundaries is non-negotiable. I open the floor now for discussion on these implementation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>
              <a:defRPr sz="3200" b="1"/>
            </a:pPr>
            <a:r>
              <a:t>Navigating the New Frontier: Strategy for a Robust Remote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5920"/>
            <a:ext cx="7772400" cy="4572000"/>
          </a:xfrm>
        </p:spPr>
        <p:txBody>
          <a:bodyPr wrap="square"/>
          <a:lstStyle/>
          <a:p/>
          <a:p>
            <a:pPr>
              <a:defRPr sz="1800"/>
            </a:pPr>
            <a:r>
              <a:t>Defining Culture in a Distributed Environment</a:t>
            </a:r>
          </a:p>
          <a:p>
            <a:pPr>
              <a:defRPr sz="1800"/>
            </a:pPr>
            <a:r>
              <a:t>Speaker: [Your Name/Title]</a:t>
            </a:r>
          </a:p>
          <a:p>
            <a:pPr>
              <a:defRPr sz="1800"/>
            </a:pPr>
            <a:r>
              <a:t>Date: [Date]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>
              <a:defRPr sz="3200" b="1"/>
            </a:pPr>
            <a:r>
              <a:t>Pillars of Intentional Remote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5920"/>
            <a:ext cx="7772400" cy="4572000"/>
          </a:xfrm>
        </p:spPr>
        <p:txBody>
          <a:bodyPr wrap="square"/>
          <a:lstStyle/>
          <a:p/>
          <a:p>
            <a:pPr>
              <a:defRPr sz="1800"/>
            </a:pPr>
            <a:r>
              <a:t>Focus on Output, Not Presence: Prioritize quantifiable results over visible hours logged.</a:t>
            </a:r>
          </a:p>
          <a:p>
            <a:pPr>
              <a:defRPr sz="1800"/>
            </a:pPr>
            <a:r>
              <a:t>Standardize Asynchronous Communication: Define clear expectations for response times (e.g., 48 hours for non-urgent tasks).</a:t>
            </a:r>
          </a:p>
          <a:p>
            <a:pPr>
              <a:defRPr sz="1800"/>
            </a:pPr>
            <a:r>
              <a:t>Ensure Universal Information Access: Centralize critical documents and knowledge bases for all employees.</a:t>
            </a:r>
          </a:p>
          <a:p>
            <a:pPr>
              <a:defRPr sz="1800"/>
            </a:pPr>
            <a:r>
              <a:t>Minimize Cognitive Friction: Consolidate collaboration tools and platforms to streamline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>
              <a:defRPr sz="3200" b="1"/>
            </a:pPr>
            <a:r>
              <a:t>The Digital Exhaustion Epidemic: Winning the War Against Zoom Fatigue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5920"/>
            <a:ext cx="7772400" cy="4572000"/>
          </a:xfrm>
        </p:spPr>
        <p:txBody>
          <a:bodyPr wrap="square"/>
          <a:lstStyle/>
          <a:p/>
          <a:p>
            <a:pPr>
              <a:defRPr sz="1800"/>
            </a:pPr>
            <a:r>
              <a:t>Mandatory Micro-Rest: Enforce the '50-Minute Hour' rule to guarantee 10-minute breaks between video calls.</a:t>
            </a:r>
          </a:p>
          <a:p>
            <a:pPr>
              <a:defRPr sz="1800"/>
            </a:pPr>
            <a:r>
              <a:t>If It Can Be an Email, It Must Be: Default to detailed written communication over unnecessary synchronous calls.</a:t>
            </a:r>
          </a:p>
          <a:p>
            <a:pPr>
              <a:defRPr sz="1800"/>
            </a:pPr>
            <a:r>
              <a:t>The R.O.I. Test: Ruthlessly eliminate meetings lacking clear objectives, decision-making structure, or measurable outcomes.</a:t>
            </a:r>
          </a:p>
          <a:p>
            <a:pPr>
              <a:defRPr sz="1800"/>
            </a:pPr>
            <a:r>
              <a:t>Leverage the Mute Button: Encourage focused work blocks and discourage 'fake presence' during large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>
              <a:defRPr sz="3200" b="1"/>
            </a:pPr>
            <a:r>
              <a:t>The Way Forward: Defining Our Accountability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5920"/>
            <a:ext cx="7772400" cy="4572000"/>
          </a:xfrm>
        </p:spPr>
        <p:txBody>
          <a:bodyPr wrap="square"/>
          <a:lstStyle/>
          <a:p/>
          <a:p>
            <a:pPr>
              <a:defRPr sz="1800"/>
            </a:pPr>
            <a:r>
              <a:t>Phase 1 Action: Launch Meeting Efficiency Audit this week. Target: Remove two redundant weekly video calls per team.</a:t>
            </a:r>
          </a:p>
          <a:p>
            <a:pPr>
              <a:defRPr sz="1800"/>
            </a:pPr>
            <a:r>
              <a:t>Executive Commitment: Leadership must actively model healthy remote habits, including honoring boundaries and embracing asynchronous tools.</a:t>
            </a:r>
          </a:p>
          <a:p>
            <a:pPr>
              <a:defRPr sz="1800"/>
            </a:pPr>
            <a:r>
              <a:t>Establish Remote Health Metrics: Introduce quarterly surveys to track employee sentiment regarding tools, workload, and culture clarity.</a:t>
            </a:r>
          </a:p>
          <a:p>
            <a:pPr>
              <a:defRPr sz="1800"/>
            </a:pPr>
            <a:r>
              <a:t>Next Step: Schedule Implementation Workshop for [Date] to finalize communication protocols.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