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excels at content creation; Agentic AI executes complex, multi-step goals, requiring planning and self-correction. This provides exponential value—we move from optimizing singular tasks to optimizing entire end-to-end business value chains. The competitive risk is acute: those who adopt early gain continuous performance data, creating a defensible market advantage.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deployment must be phased and trust-focused. We begin internally with low-risk, high-volume tasks like automated report generation to establish trust and internal expertise. We then move to controlled external environments, like supply chain routing optimization. Crucially, this requires dedicated governance—not just IT oversight—and specialized computing infrastructure to handle complex, concurrent agent processes securely.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forward requires immediate, decisive action at this level. We must mandate capital expenditure for the necessary specialized infrastructure and high-level AI talent. A cross-functional executive task force must centralize decision-making to accelerate enterprise-wide adoption. Finally, we need clear parameters for risk—determining where human-in-the-loop validation is required and where full autonomy is permissible.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forward is clear: Agentic AI is the defining competitive technology for the next decade of enterprise investment. Delaying this decision means ceding substantial market ground to those already building autonomous systems. We must act now to secure our future. I am ready to discuss the immediate next steps to initiate our Agentic AI strategy.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Presentation</a:t>
            </a:r>
          </a:p>
        </p:txBody>
      </p:sp>
      <p:sp>
        <p:nvSpPr>
          <p:cNvPr id="3" name="Subtitle 2"/>
          <p:cNvSpPr>
            <a:spLocks noGrp="1"/>
          </p:cNvSpPr>
          <p:nvPr>
            <p:ph type="subTitle" idx="1"/>
          </p:nvPr>
        </p:nvSpPr>
        <p:spPr/>
        <p:txBody>
          <a:bodyPr/>
          <a:lstStyle/>
          <a:p>
            <a:r>
              <a:t>Generated by Agentic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Agentic AI: The Strategic Imperative for Business Autonomy</a:t>
            </a:r>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Agentic AI: The 10x Leap in Enterprise Value</a:t>
            </a:r>
          </a:p>
        </p:txBody>
      </p:sp>
      <p:sp>
        <p:nvSpPr>
          <p:cNvPr id="3" name="Content Placeholder 2"/>
          <p:cNvSpPr>
            <a:spLocks noGrp="1"/>
          </p:cNvSpPr>
          <p:nvPr>
            <p:ph idx="1"/>
          </p:nvPr>
        </p:nvSpPr>
        <p:spPr/>
        <p:txBody>
          <a:bodyPr wrap="square"/>
          <a:lstStyle/>
          <a:p/>
          <a:p>
            <a:pPr>
              <a:defRPr sz="1800"/>
            </a:pPr>
            <a:r>
              <a:t>Agents execute complex, multi-step goals with required self-correction.</a:t>
            </a:r>
          </a:p>
          <a:p>
            <a:pPr>
              <a:defRPr sz="1800"/>
            </a:pPr>
            <a:r>
              <a:t>Achieve 10x value by optimizing end-to-end business value chains.</a:t>
            </a:r>
          </a:p>
          <a:p>
            <a:pPr>
              <a:defRPr sz="1800"/>
            </a:pPr>
            <a:r>
              <a:t>Accelerate decision velocity, fundamentally enhancing market responsiveness.</a:t>
            </a:r>
          </a:p>
          <a:p>
            <a:pPr>
              <a:defRPr sz="1800"/>
            </a:pPr>
            <a:r>
              <a:t>Early adoption creates an insurmountable data moat and competitive advantage.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Controlled Autonomy: The Phased Deployment and Governance Framework</a:t>
            </a:r>
          </a:p>
        </p:txBody>
      </p:sp>
      <p:sp>
        <p:nvSpPr>
          <p:cNvPr id="3" name="Content Placeholder 2"/>
          <p:cNvSpPr>
            <a:spLocks noGrp="1"/>
          </p:cNvSpPr>
          <p:nvPr>
            <p:ph idx="1"/>
          </p:nvPr>
        </p:nvSpPr>
        <p:spPr/>
        <p:txBody>
          <a:bodyPr wrap="square"/>
          <a:lstStyle/>
          <a:p/>
          <a:p>
            <a:pPr>
              <a:defRPr sz="1800"/>
            </a:pPr>
            <a:r>
              <a:t>Phase 1: Internal Proofs (e.g., Automate high-volume audit functions).</a:t>
            </a:r>
          </a:p>
          <a:p>
            <a:pPr>
              <a:defRPr sz="1800"/>
            </a:pPr>
            <a:r>
              <a:t>Phase 2: External Scale (Deploy controlled agents in supply chain optimization).</a:t>
            </a:r>
          </a:p>
          <a:p>
            <a:pPr>
              <a:defRPr sz="1800"/>
            </a:pPr>
            <a:r>
              <a:t>Establish Agent Oversight Committee (AOC) for ethical governance.</a:t>
            </a:r>
          </a:p>
          <a:p>
            <a:pPr>
              <a:defRPr sz="1800"/>
            </a:pPr>
            <a:r>
              <a:t>Mandate secure, dedicated compute for reliable agent orchestration.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Immediate Mandate: Four Critical Executive Decisions</a:t>
            </a:r>
          </a:p>
        </p:txBody>
      </p:sp>
      <p:sp>
        <p:nvSpPr>
          <p:cNvPr id="3" name="Content Placeholder 2"/>
          <p:cNvSpPr>
            <a:spLocks noGrp="1"/>
          </p:cNvSpPr>
          <p:nvPr>
            <p:ph idx="1"/>
          </p:nvPr>
        </p:nvSpPr>
        <p:spPr/>
        <p:txBody>
          <a:bodyPr wrap="square"/>
          <a:lstStyle/>
          <a:p/>
          <a:p>
            <a:pPr>
              <a:defRPr sz="1800"/>
            </a:pPr>
            <a:r>
              <a:t>1. Capital Commitment: Allocate immediate CapEx for specialized Agentic compute infrastructure.</a:t>
            </a:r>
          </a:p>
          <a:p>
            <a:pPr>
              <a:defRPr sz="1800"/>
            </a:pPr>
            <a:r>
              <a:t>2. Strategic Alignment: Form a board-level task force to mandate swift, cross-enterprise adoption.</a:t>
            </a:r>
          </a:p>
          <a:p>
            <a:pPr>
              <a:defRPr sz="1800"/>
            </a:pPr>
            <a:r>
              <a:t>3. Build vs. Buy Strategy: Define core IP requirements versus leveraging platform partnerships.</a:t>
            </a:r>
          </a:p>
          <a:p>
            <a:pPr>
              <a:defRPr sz="1800"/>
            </a:pPr>
            <a:r>
              <a:t>4. Risk Tolerance: Establish clear failure tolerances and validation criteria (Human-in-the-Loop).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Secure Autonomy Now: The Cost of Inaction</a:t>
            </a:r>
          </a:p>
        </p:txBody>
      </p:sp>
      <p:sp>
        <p:nvSpPr>
          <p:cNvPr id="3" name="Content Placeholder 2"/>
          <p:cNvSpPr>
            <a:spLocks noGrp="1"/>
          </p:cNvSpPr>
          <p:nvPr>
            <p:ph idx="1"/>
          </p:nvPr>
        </p:nvSpPr>
        <p:spPr/>
        <p:txBody>
          <a:bodyPr wrap="square"/>
          <a:lstStyle/>
          <a:p/>
          <a:p>
            <a:pPr>
              <a:defRPr sz="1800"/>
            </a:pPr>
            <a:r>
              <a:t>Agentic AI defines competitive differentiation for the next decade.</a:t>
            </a:r>
          </a:p>
          <a:p>
            <a:pPr>
              <a:defRPr sz="1800"/>
            </a:pPr>
            <a:r>
              <a:t>Delaying adoption cedes irreplaceable market advantage to decisive competitors.</a:t>
            </a:r>
          </a:p>
          <a:p>
            <a:pPr>
              <a:defRPr sz="1800"/>
            </a:pPr>
            <a:r>
              <a:t>Immediate Next Step: Initiate the Agentic strategy development sprint next quarter.</a:t>
            </a:r>
          </a:p>
          <a:p>
            <a:pPr>
              <a:defRPr sz="1800"/>
            </a:pPr>
            <a:r>
              <a:t>Q&amp;A and Discussion of 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